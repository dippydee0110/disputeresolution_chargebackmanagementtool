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Chargebacks and Disputes Program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P0 Implementation, P1 Architecture, and Metrics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 Implementation Backlog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2026-07-05-P0-implementation-backlog.md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 Implementation Backlog (1/8)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P0 IMPLEMENTATION BACKLOG (1-2 WEEKS)</a:t>
            </a:r>
          </a:p>
          <a:p>
            <a:r>
              <a:t>Goal</a:t>
            </a:r>
          </a:p>
          <a:p>
            <a:r>
              <a:t>Ship an interview-ready MVP that demonstrates Airbnb-scale chargeback and dispute product thinking: loss reduction, trust preservation, and policy-safe workflows.</a:t>
            </a:r>
          </a:p>
          <a:p>
            <a:r>
              <a:t>Outcomes (P0)</a:t>
            </a:r>
          </a:p>
          <a:p>
            <a:r>
              <a:t>• End-to-end dispute lifecycle visible from ingestion through closure.</a:t>
            </a:r>
          </a:p>
          <a:p>
            <a:r>
              <a:t>• Policy-timed guardrails for Resolution Center and Host Damage Protection terms.</a:t>
            </a:r>
          </a:p>
          <a:p>
            <a:r>
              <a:t>• Decisioning support by reason code/payment method with explainable recommendations.</a:t>
            </a:r>
          </a:p>
          <a:p>
            <a:r>
              <a:t>• Table-first operational UX for Customer, Merchant, and Admin dashboards.</a:t>
            </a:r>
          </a:p>
          <a:p>
            <a:r>
              <a:t>Workstreams</a:t>
            </a:r>
          </a:p>
          <a:p>
            <a:r>
              <a:t>1. Case Lifecycle Engine</a:t>
            </a:r>
          </a:p>
          <a:p>
            <a:r>
              <a:t>• Add canonical lifecycle states: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 Implementation Backlog (2/8)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Chargeback Ingested</a:t>
            </a:r>
          </a:p>
          <a:p>
            <a:r>
              <a:t>- Representment Recommended</a:t>
            </a:r>
          </a:p>
          <a:p>
            <a:r>
              <a:t>- Representment Submitted</a:t>
            </a:r>
          </a:p>
          <a:p>
            <a:r>
              <a:t>- Pre-Arbitration Eligible</a:t>
            </a:r>
          </a:p>
          <a:p>
            <a:r>
              <a:t>- Pre-Arbitration Submitted</a:t>
            </a:r>
          </a:p>
          <a:p>
            <a:r>
              <a:t>- Final Decision (Won/Lost)</a:t>
            </a:r>
          </a:p>
          <a:p>
            <a:r>
              <a:t>- Recovery Pending (Airbnb -&gt; Guest paid, Merchant clawback pending)</a:t>
            </a:r>
          </a:p>
          <a:p>
            <a:r>
              <a:t>- Closed</a:t>
            </a:r>
          </a:p>
          <a:p>
            <a:r>
              <a:t>• Add transition validation map by payment method and reason code.</a:t>
            </a:r>
          </a:p>
          <a:p>
            <a:r>
              <a:t>• Add terminal-state lock rules and re-open exceptions.</a:t>
            </a:r>
          </a:p>
          <a:p>
            <a:r>
              <a:t>2. Policy Rules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 Implementation Backlog (3/8)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Resolution Center timers:</a:t>
            </a:r>
          </a:p>
          <a:p>
            <a:r>
              <a:t>- 60-day request window from checkout.</a:t>
            </a:r>
          </a:p>
          <a:p>
            <a:r>
              <a:t>- 72-hour discovery flag for refund/rebooking handling.</a:t>
            </a:r>
          </a:p>
          <a:p>
            <a:r>
              <a:t>• Host Damage Protection timers:</a:t>
            </a:r>
          </a:p>
          <a:p>
            <a:r>
              <a:t>- 14-day host-to-guest pursuit requirement.</a:t>
            </a:r>
          </a:p>
          <a:p>
            <a:r>
              <a:t>- 30-day host request submission window.</a:t>
            </a:r>
          </a:p>
          <a:p>
            <a:r>
              <a:t>• Add policy violation flags in case rows and expanded details.</a:t>
            </a:r>
          </a:p>
          <a:p>
            <a:r>
              <a:t>• Add explainers for ineligible requests and required remediation.</a:t>
            </a:r>
          </a:p>
          <a:p>
            <a:r>
              <a:t>3. Reason Code Decisioning (v1)</a:t>
            </a:r>
          </a:p>
          <a:p>
            <a:r>
              <a:t>• Add reason-code playbook object with:</a:t>
            </a:r>
          </a:p>
          <a:p>
            <a:r>
              <a:t>- Recommended action (deflect/settle/represent).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 Implementation Backlog (4/8)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Required evidence checklist.</a:t>
            </a:r>
          </a:p>
          <a:p>
            <a:r>
              <a:t>- Optional evidence boosting win probability.</a:t>
            </a:r>
          </a:p>
          <a:p>
            <a:r>
              <a:t>- Expected win-rate bands by payment method.</a:t>
            </a:r>
          </a:p>
          <a:p>
            <a:r>
              <a:t>• Add per-case recommendation card/table with confidence and expected value.</a:t>
            </a:r>
          </a:p>
          <a:p>
            <a:r>
              <a:t>4. Money Movement Ledger</a:t>
            </a:r>
          </a:p>
          <a:p>
            <a:r>
              <a:t>• Add normalized ledger events:</a:t>
            </a:r>
          </a:p>
          <a:p>
            <a:r>
              <a:t>- Debit/Credit with party, amount, currency, stage, source.</a:t>
            </a:r>
          </a:p>
          <a:p>
            <a:r>
              <a:t>• Show final closure path when Airbnb loses:</a:t>
            </a:r>
          </a:p>
          <a:p>
            <a:r>
              <a:t>- Airbnb credits guest first.</a:t>
            </a:r>
          </a:p>
          <a:p>
            <a:r>
              <a:t>- Merchant clawback/offset posted later.</a:t>
            </a:r>
          </a:p>
          <a:p>
            <a:r>
              <a:t>- Case closes after reconciliation.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 Implementation Backlog (5/8)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running balances for Guest, Merchant, Airbnb in expanded case table.</a:t>
            </a:r>
          </a:p>
          <a:p>
            <a:r>
              <a:t>5. Evidence UX (Actionable)</a:t>
            </a:r>
          </a:p>
          <a:p>
            <a:r>
              <a:t>• At each stage line item, allow attaching one or more docs.</a:t>
            </a:r>
          </a:p>
          <a:p>
            <a:r>
              <a:t>• Add “missing evidence” indicator and upload CTA by stage.</a:t>
            </a:r>
          </a:p>
          <a:p>
            <a:r>
              <a:t>• Add sample evidence preview in modal/table row details.</a:t>
            </a:r>
          </a:p>
          <a:p>
            <a:r>
              <a:t>• Add legitimacy flags (missing metadata, low-quality, unverifiable source).</a:t>
            </a:r>
          </a:p>
          <a:p>
            <a:r>
              <a:t>6. Top-Risk KPI Strip (3-Party)</a:t>
            </a:r>
          </a:p>
          <a:p>
            <a:r>
              <a:t>• Add top cards for Airbnb, Merchant, Guest with:</a:t>
            </a:r>
          </a:p>
          <a:p>
            <a:r>
              <a:t>- Win probability (%)</a:t>
            </a:r>
          </a:p>
          <a:p>
            <a:r>
              <a:t>- Exposure at risk ($)</a:t>
            </a:r>
          </a:p>
          <a:p>
            <a:r>
              <a:t>- Suggested documents to improve odds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 Implementation Backlog (6/8)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breakdown by reason code and payment method.</a:t>
            </a:r>
          </a:p>
          <a:p>
            <a:r>
              <a:t>Technical Tasks</a:t>
            </a:r>
          </a:p>
          <a:p>
            <a:r>
              <a:t>• Introduce shared utility modules in JS (single source):</a:t>
            </a:r>
          </a:p>
          <a:p>
            <a:r>
              <a:t>- policyRules</a:t>
            </a:r>
          </a:p>
          <a:p>
            <a:r>
              <a:t>- reasonCodeRules</a:t>
            </a:r>
          </a:p>
          <a:p>
            <a:r>
              <a:t>- ledgerEngine</a:t>
            </a:r>
          </a:p>
          <a:p>
            <a:r>
              <a:t>- evidenceRequirements</a:t>
            </a:r>
          </a:p>
          <a:p>
            <a:r>
              <a:t>• Add localStorage schema versioning + migration function.</a:t>
            </a:r>
          </a:p>
          <a:p>
            <a:r>
              <a:t>• Add deterministic demo seed scenarios:</a:t>
            </a:r>
          </a:p>
          <a:p>
            <a:r>
              <a:t>- Card representment win</a:t>
            </a:r>
          </a:p>
          <a:p>
            <a:r>
              <a:t>- Card representment loss + guest payout + merchant clawback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 Implementation Backlog (7/8)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Klarna auto-closure</a:t>
            </a:r>
          </a:p>
          <a:p>
            <a:r>
              <a:t>- UPI merchant-record-request pending</a:t>
            </a:r>
          </a:p>
          <a:p>
            <a:r>
              <a:t>Validation / Acceptance Criteria</a:t>
            </a:r>
          </a:p>
          <a:p>
            <a:r>
              <a:t>• A case can traverse all lifecycle stages without manual JSON edits.</a:t>
            </a:r>
          </a:p>
          <a:p>
            <a:r>
              <a:t>• Policy deadline breaches are visibly flagged in all 3 dashboards.</a:t>
            </a:r>
          </a:p>
          <a:p>
            <a:r>
              <a:t>• Each expanded case shows table-based timeline + activity + ledger.</a:t>
            </a:r>
          </a:p>
          <a:p>
            <a:r>
              <a:t>• Evidence attachments can be added from each stage row.</a:t>
            </a:r>
          </a:p>
          <a:p>
            <a:r>
              <a:t>• Final-loss path shows Airbnb-to-guest payout and merchant clawback before close.</a:t>
            </a:r>
          </a:p>
          <a:p>
            <a:r>
              <a:t>Demo Script (8-10 min)</a:t>
            </a:r>
          </a:p>
          <a:p>
            <a:r>
              <a:t>1. Ingest chargeback case.</a:t>
            </a:r>
          </a:p>
          <a:p>
            <a:r>
              <a:t>2. Show decisioning recommendation by reason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 Implementation Backlog (8/8)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 Add missing evidence and improve win probability.</a:t>
            </a:r>
          </a:p>
          <a:p>
            <a:r>
              <a:t>4. Simulate loss path: guest credit, merchant pullback, close.</a:t>
            </a:r>
          </a:p>
          <a:p>
            <a:r>
              <a:t>5. Show KPI impact and policy compliance trace.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Architecture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2026-07-05-P1-architecture-roadmap.md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Architecture Roadmap (1/8)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P1 ARCHITECTURE ROADMAP (2-6 WEEKS)</a:t>
            </a:r>
          </a:p>
          <a:p>
            <a:r>
              <a:t>Objective</a:t>
            </a:r>
          </a:p>
          <a:p>
            <a:r>
              <a:t>Evolve from demo UI into scalable disputes platform architecture supporting new payment methods, geographies, and verticals.</a:t>
            </a:r>
          </a:p>
          <a:p>
            <a:r>
              <a:t>Target Architecture</a:t>
            </a:r>
          </a:p>
          <a:p>
            <a:r>
              <a:t>1. Domain Services</a:t>
            </a:r>
          </a:p>
          <a:p>
            <a:r>
              <a:t>• Dispute Lifecycle Service</a:t>
            </a:r>
          </a:p>
          <a:p>
            <a:r>
              <a:t>- Owns state machine and transition authorization.</a:t>
            </a:r>
          </a:p>
          <a:p>
            <a:r>
              <a:t>• Decisioning Service</a:t>
            </a:r>
          </a:p>
          <a:p>
            <a:r>
              <a:t>- Rule-based + ML score blending.</a:t>
            </a:r>
          </a:p>
          <a:p>
            <a:r>
              <a:t>- Outputs recommendation, confidence, and expected value.</a:t>
            </a:r>
          </a:p>
          <a:p>
            <a:r>
              <a:t>• Policy Compliance 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Architecture Roadmap (2/8)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Encodes deadlines and eligibility constraints.</a:t>
            </a:r>
          </a:p>
          <a:p>
            <a:r>
              <a:t>- Provides deterministic pass/fail reasons.</a:t>
            </a:r>
          </a:p>
          <a:p>
            <a:r>
              <a:t>• Ledger Service</a:t>
            </a:r>
          </a:p>
          <a:p>
            <a:r>
              <a:t>- Immutable financial events + balance projections.</a:t>
            </a:r>
          </a:p>
          <a:p>
            <a:r>
              <a:t>• Evidence Service</a:t>
            </a:r>
          </a:p>
          <a:p>
            <a:r>
              <a:t>- Evidence package completeness scoring.</a:t>
            </a:r>
          </a:p>
          <a:p>
            <a:r>
              <a:t>- Metadata validation and anti-fraud checks.</a:t>
            </a:r>
          </a:p>
          <a:p>
            <a:r>
              <a:t>2. Data Model (Core Entities)</a:t>
            </a:r>
          </a:p>
          <a:p>
            <a:r>
              <a:t>• dispute_case</a:t>
            </a:r>
          </a:p>
          <a:p>
            <a:r>
              <a:t>• dispute_stage_event</a:t>
            </a:r>
          </a:p>
          <a:p>
            <a:r>
              <a:t>• monetary_ledger_event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Architecture Roadmap (3/8)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evidence_item</a:t>
            </a:r>
          </a:p>
          <a:p>
            <a:r>
              <a:t>• evidence_requirement</a:t>
            </a:r>
          </a:p>
          <a:p>
            <a:r>
              <a:t>• policy_evaluation</a:t>
            </a:r>
          </a:p>
          <a:p>
            <a:r>
              <a:t>• decision_recommendation</a:t>
            </a:r>
          </a:p>
          <a:p>
            <a:r>
              <a:t>• reason_code_rule</a:t>
            </a:r>
          </a:p>
          <a:p>
            <a:r>
              <a:t>• payment_method_rule</a:t>
            </a:r>
          </a:p>
          <a:p>
            <a:r>
              <a:t>• risk_snapshot</a:t>
            </a:r>
          </a:p>
          <a:p>
            <a:r>
              <a:t>3. Decisioning Stack</a:t>
            </a:r>
          </a:p>
          <a:p>
            <a:r>
              <a:t>• Rules-first orchestration:</a:t>
            </a:r>
          </a:p>
          <a:p>
            <a:r>
              <a:t>- Hard policy constraints -&gt; eligibility gating.</a:t>
            </a:r>
          </a:p>
          <a:p>
            <a:r>
              <a:t>- Reason-code/payment-method playbook.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Architecture Roadmap (4/8)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ML risk/win scores as ranking/prioritization features.</a:t>
            </a:r>
          </a:p>
          <a:p>
            <a:r>
              <a:t>• Add explainability payload:</a:t>
            </a:r>
          </a:p>
          <a:p>
            <a:r>
              <a:t>- top_signals</a:t>
            </a:r>
          </a:p>
          <a:p>
            <a:r>
              <a:t>- missing_signals</a:t>
            </a:r>
          </a:p>
          <a:p>
            <a:r>
              <a:t>- confidence drivers</a:t>
            </a:r>
          </a:p>
          <a:p>
            <a:r>
              <a:t>4. Eventing and Integrations</a:t>
            </a:r>
          </a:p>
          <a:p>
            <a:r>
              <a:t>• Processor webhook ingestion boundary.</a:t>
            </a:r>
          </a:p>
          <a:p>
            <a:r>
              <a:t>• Event bus for stage, evidence, and ledger updates.</a:t>
            </a:r>
          </a:p>
          <a:p>
            <a:r>
              <a:t>• Retry-safe idempotency keys for chargeback events.</a:t>
            </a:r>
          </a:p>
          <a:p>
            <a:r>
              <a:t>• Audit trail for policy-sensitive actions.</a:t>
            </a:r>
          </a:p>
          <a:p>
            <a:r>
              <a:t>5. UX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Architecture Roadmap (5/8)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shared case-expansion renderer with table sections:</a:t>
            </a:r>
          </a:p>
          <a:p>
            <a:r>
              <a:t>- Case Summary Table</a:t>
            </a:r>
          </a:p>
          <a:p>
            <a:r>
              <a:t>- Timeline Activity Table</a:t>
            </a:r>
          </a:p>
          <a:p>
            <a:r>
              <a:t>- Payment/Ledger Table</a:t>
            </a:r>
          </a:p>
          <a:p>
            <a:r>
              <a:t>- Evidence Package Table</a:t>
            </a:r>
          </a:p>
          <a:p>
            <a:r>
              <a:t>• Role overlays only (Customer/Merchant/Admin permissions), not separate logic forks.</a:t>
            </a:r>
          </a:p>
          <a:p>
            <a:r>
              <a:t>Security and Integrity</a:t>
            </a:r>
          </a:p>
          <a:p>
            <a:r>
              <a:t>• Fraud-resistance checks for doctored evidence and inconsistent metadata.</a:t>
            </a:r>
          </a:p>
          <a:p>
            <a:r>
              <a:t>• Role-based permissioning for sensitive actions.</a:t>
            </a:r>
          </a:p>
          <a:p>
            <a:r>
              <a:t>• Immutable financial event append-only model.</a:t>
            </a:r>
          </a:p>
          <a:p>
            <a:r>
              <a:t>• SLA monitoring for response windows.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Architecture Roadmap (6/8)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Observability</a:t>
            </a:r>
          </a:p>
          <a:p>
            <a:r>
              <a:t>• Lifecycle funnel metrics:</a:t>
            </a:r>
          </a:p>
          <a:p>
            <a:r>
              <a:t>- Ingested -&gt; Deflected -&gt; Represented -&gt; Pre-Arb -&gt; Closed</a:t>
            </a:r>
          </a:p>
          <a:p>
            <a:r>
              <a:t>• Win/loss by reason code, processor, payment method, region.</a:t>
            </a:r>
          </a:p>
          <a:p>
            <a:r>
              <a:t>• Alerting:</a:t>
            </a:r>
          </a:p>
          <a:p>
            <a:r>
              <a:t>- deadline at-risk</a:t>
            </a:r>
          </a:p>
          <a:p>
            <a:r>
              <a:t>- failed clawback</a:t>
            </a:r>
          </a:p>
          <a:p>
            <a:r>
              <a:t>- high-loss clusters</a:t>
            </a:r>
          </a:p>
          <a:p>
            <a:r>
              <a:t>Rollout Plan</a:t>
            </a:r>
          </a:p>
          <a:p>
            <a:r>
              <a:t>Phase 1</a:t>
            </a:r>
          </a:p>
          <a:p>
            <a:r>
              <a:t>• Introduce shared domain modules behind existing UI.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Architecture Roadmap (7/8)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schema version and migration support.</a:t>
            </a:r>
          </a:p>
          <a:p>
            <a:r>
              <a:t>Phase 2</a:t>
            </a:r>
          </a:p>
          <a:p>
            <a:r>
              <a:t>• Move lifecycle + policy logic to service abstraction.</a:t>
            </a:r>
          </a:p>
          <a:p>
            <a:r>
              <a:t>• Introduce immutable ledger events and reconciliation checks.</a:t>
            </a:r>
          </a:p>
          <a:p>
            <a:r>
              <a:t>Phase 3</a:t>
            </a:r>
          </a:p>
          <a:p>
            <a:r>
              <a:t>• Plug in score providers (ML + external risk vendors).</a:t>
            </a:r>
          </a:p>
          <a:p>
            <a:r>
              <a:t>• Add experiment framework for deflection and outreach variants.</a:t>
            </a:r>
          </a:p>
          <a:p>
            <a:r>
              <a:t>Success Criteria</a:t>
            </a:r>
          </a:p>
          <a:p>
            <a:r>
              <a:t>• 0 ambiguous stage transitions.</a:t>
            </a:r>
          </a:p>
          <a:p>
            <a:r>
              <a:t>• 100% explainable recommendations for operator actions.</a:t>
            </a:r>
          </a:p>
          <a:p>
            <a:r>
              <a:t>• Reduced manual intervention in evidence collection.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Architecture Roadmap (8/8)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Lower net loss rate with stable trust and satisfaction indicators.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and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2026-07-05-metrics-results-slide.md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and Results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AND RESULTS SLIDE (INTERVIEW-READY)</a:t>
            </a:r>
          </a:p>
          <a:p>
            <a:r>
              <a:t>Title</a:t>
            </a:r>
          </a:p>
          <a:p>
            <a:r>
              <a:t>Building a Holistic Disputes Platform: Loss Reduction + Trust Preservation</a:t>
            </a:r>
          </a:p>
          <a:p>
            <a:r>
              <a:t>Problem</a:t>
            </a:r>
          </a:p>
          <a:p>
            <a:r>
              <a:t>• Chargeback operations were fragmented across lifecycle stages and payment methods.</a:t>
            </a:r>
          </a:p>
          <a:p>
            <a:r>
              <a:t>• Evidence quality and policy timing mismatches caused avoidable losses.</a:t>
            </a:r>
          </a:p>
          <a:p>
            <a:r>
              <a:t>• Limited proactive dispute deflection before escalation.</a:t>
            </a:r>
          </a:p>
          <a:p>
            <a:r>
              <a:t>Product Bet</a:t>
            </a:r>
          </a:p>
          <a:p>
            <a:r>
              <a:t>• Unified dispute lifecycle across ingestion, representment, pre-arb, and recovery.</a:t>
            </a:r>
          </a:p>
          <a:p>
            <a:r>
              <a:t>• Reason-code/payment-method decisioning with policy-aware controls.</a:t>
            </a:r>
          </a:p>
          <a:p>
            <a:r>
              <a:t>• Evidence completeness and financial ledger transparency in one operator 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and Results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North-Star Impact (Target)</a:t>
            </a:r>
          </a:p>
          <a:p>
            <a:r>
              <a:t>• Net chargeback loss rate: down 15-25%</a:t>
            </a:r>
          </a:p>
          <a:p>
            <a:r>
              <a:t>• Representment win rate: up 8-12 pts</a:t>
            </a:r>
          </a:p>
          <a:p>
            <a:r>
              <a:t>• Pre-arbitration coverage: up 20-30 pts</a:t>
            </a:r>
          </a:p>
          <a:p>
            <a:r>
              <a:t>• Dispute deflection before chargeback: up 10-18%</a:t>
            </a:r>
          </a:p>
          <a:p>
            <a:r>
              <a:t>• Median time to resolution: down 20-30%</a:t>
            </a:r>
          </a:p>
          <a:p>
            <a:r>
              <a:t>Guardrail Metrics</a:t>
            </a:r>
          </a:p>
          <a:p>
            <a:r>
              <a:t>• Guest attrition risk: no material increase</a:t>
            </a:r>
          </a:p>
          <a:p>
            <a:r>
              <a:t>• Host satisfaction for resolved disputes: improve or hold</a:t>
            </a:r>
          </a:p>
          <a:p>
            <a:r>
              <a:t>• Policy exception rate: down 30%+</a:t>
            </a:r>
          </a:p>
          <a:p>
            <a:r>
              <a:t>• Manual review rate on complete evidence packages: down 25%+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and Results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Segmentation Views</a:t>
            </a:r>
          </a:p>
          <a:p>
            <a:r>
              <a:t>• By reason code</a:t>
            </a:r>
          </a:p>
          <a:p>
            <a:r>
              <a:t>• By payment method (Card, Klarna, UPI)</a:t>
            </a:r>
          </a:p>
          <a:p>
            <a:r>
              <a:t>• By processor</a:t>
            </a:r>
          </a:p>
          <a:p>
            <a:r>
              <a:t>• By geography and product vertical</a:t>
            </a:r>
          </a:p>
          <a:p>
            <a:r>
              <a:t>Example Outcome Narrative</a:t>
            </a:r>
          </a:p>
          <a:p>
            <a:r>
              <a:t>• Introduced reason-code and payment-method decisioning + missing-evidence prompts.</a:t>
            </a:r>
          </a:p>
          <a:p>
            <a:r>
              <a:t>• Improved evidence package completeness before representment submission.</a:t>
            </a:r>
          </a:p>
          <a:p>
            <a:r>
              <a:t>• Reduced avoidable losses while preserving balanced outcomes for hosts and guests.</a:t>
            </a:r>
          </a:p>
          <a:p>
            <a:r>
              <a:t>Slide Footer (Execution)</a:t>
            </a:r>
          </a:p>
          <a:p>
            <a:r>
              <a:t>• Built cross-functionally with Eng, DS, Ops, Trust, and Support.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and Results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Rolled out in staged experiments with clear kill-switches and policy controls.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