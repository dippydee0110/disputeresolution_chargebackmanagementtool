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1594" y="6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2480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Introduce this as an end-to-end platform for pre-chargeback detection, resolution workflow, and administrative control.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that early detection plus workflow visibility is the core value proposition.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Present this as a layered operating model so stakeholders understand ownership by function.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Clarify the lifecycle boundary and why this separation reduces confusion and delays.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Mention that thresholds are configurable and should be tuned by merchant segment.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how each interface supports a distinct operational role with clear handoffs.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Use this view to explain the information architecture: role-based entry points and guided navigation to each workflow.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merchant risk drilldown, workflow controls, evidence readiness actions, and issuer outcome simulation.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Highlight risk-ranked cases, signal traceability, and triage-ready recommendations for frontline teams.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Walk through the end-to-end logic: chat input, signal detection, weighted scoring, risk classification, and output generation.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Explain the agent loop: LLM planning, tool execution, confidence/policy gating, human escalation, action execution, and closed-loop state persistence.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Frame this as a governance-friendly decision pipeline: transparent, explainable, and actionable.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customer-side execution: case notes, evidence capture, amount context, and response actions.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Show merchant-side response controls, evidence readiness, and settlement progression.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Connect each output to its consumer: analyst, operator, or system integration.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Stress auditability and policy-driven intervention consistency.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Tie business value to measurable KPIs: loss rate, response SLA, and resolution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t>Close with a phased 30/60/90 day rollout recommendation.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6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6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400" b="1">
                <a:solidFill>
                  <a:srgbClr val="222222"/>
                </a:solidFill>
              </a:rPr>
              <a:t>Early Dispute Detection and Chargeback Management Tool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solidFill>
                  <a:srgbClr val="1F6FEB"/>
                </a:solidFill>
              </a:rPr>
              <a:t>Presentation Overview | Generated 2026-07-01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22222"/>
                </a:solidFill>
              </a:rPr>
              <a:t>What This Tool Does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Detects dispute signals before formal chargeback filing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Scores case risk to prioritize operational action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Supports customer and merchant negotiation workflows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Separates disputes from official chargebacks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Enables admin intervention for resolution decisions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22222"/>
                </a:solidFill>
              </a:rPr>
              <a:t>Core System Components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Data generation layer: structured chargeback records with reason-code fields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Detection layer: chat and evidence signal extraction with weighted risk scoring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Resolution layer: role-specific customer and merchant workflows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Governance layer: admin intervention, policy checks, and escalation controls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Reporting layer: operational dashboards and integration-ready output files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22222"/>
                </a:solidFill>
              </a:rPr>
              <a:t>Dispute vs Chargeback Lifecycle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1371600"/>
            <a:ext cx="53035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6FEB"/>
                </a:solidFill>
              </a:defRPr>
            </a:pPr>
            <a:r>
              <a:t>Dispute Stage</a:t>
            </a:r>
          </a:p>
          <a:p>
            <a:pPr lvl="1">
              <a:defRPr sz="2000">
                <a:solidFill>
                  <a:srgbClr val="222222"/>
                </a:solidFill>
              </a:defRPr>
            </a:pPr>
            <a:r>
              <a:t>Customer or merchant can initiate</a:t>
            </a:r>
          </a:p>
          <a:p>
            <a:pPr lvl="1">
              <a:defRPr sz="2000">
                <a:solidFill>
                  <a:srgbClr val="222222"/>
                </a:solidFill>
              </a:defRPr>
            </a:pPr>
            <a:r>
              <a:t>Negotiation with notes, evidence, and amount updates</a:t>
            </a:r>
          </a:p>
          <a:p>
            <a:pPr lvl="1">
              <a:defRPr sz="2000">
                <a:solidFill>
                  <a:srgbClr val="222222"/>
                </a:solidFill>
              </a:defRPr>
            </a:pPr>
            <a:r>
              <a:t>Accept or reject outcomes tracked</a:t>
            </a:r>
          </a:p>
          <a:p>
            <a:pPr lvl="1">
              <a:defRPr sz="2000">
                <a:solidFill>
                  <a:srgbClr val="222222"/>
                </a:solidFill>
              </a:defRPr>
            </a:pPr>
            <a:r>
              <a:t>Risk level drives response priority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534696"/>
            <a:ext cx="5303520" cy="47548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1F6FEB"/>
                </a:solidFill>
              </a:defRPr>
            </a:pPr>
            <a:r>
              <a:rPr dirty="0"/>
              <a:t>Chargeback Stage</a:t>
            </a:r>
          </a:p>
          <a:p>
            <a:pPr lvl="1">
              <a:defRPr sz="2000">
                <a:solidFill>
                  <a:srgbClr val="222222"/>
                </a:solidFill>
              </a:defRPr>
            </a:pPr>
            <a:r>
              <a:rPr dirty="0"/>
              <a:t>Officially filed at issuer/network level</a:t>
            </a:r>
          </a:p>
          <a:p>
            <a:pPr lvl="1">
              <a:defRPr sz="2000">
                <a:solidFill>
                  <a:srgbClr val="222222"/>
                </a:solidFill>
              </a:defRPr>
            </a:pPr>
            <a:r>
              <a:rPr dirty="0"/>
              <a:t>Reason code validation and evidence arbitration</a:t>
            </a:r>
          </a:p>
          <a:p>
            <a:pPr lvl="1">
              <a:defRPr sz="2000">
                <a:solidFill>
                  <a:srgbClr val="222222"/>
                </a:solidFill>
              </a:defRPr>
            </a:pPr>
            <a:r>
              <a:rPr dirty="0"/>
              <a:t>Admin escalation and resolution outcomes</a:t>
            </a:r>
          </a:p>
          <a:p>
            <a:pPr lvl="1">
              <a:defRPr sz="2000">
                <a:solidFill>
                  <a:srgbClr val="222222"/>
                </a:solidFill>
              </a:defRPr>
            </a:pPr>
            <a:r>
              <a:rPr dirty="0"/>
              <a:t>Final result tracked as won or lost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22222"/>
                </a:solidFill>
              </a:rPr>
              <a:t>Risk and Detection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Risk tiers: Critical, High, Medium, Low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Signal weighting from conversation patterns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Examples: unrecognized transaction, refund demand, non-delivery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Reason-code aware triage for faster routing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High-risk alerts support proactive outreach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22222"/>
                </a:solidFill>
              </a:rPr>
              <a:t>Dashboards and User Views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Customer Resolution Center: intake, notes, evidence, and settlement response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Merchant Resolution Center: representment preparation and response management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Merchant Admin Dashboard: intervention queue, risk segmentation, and policy oversight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Disputes and chargebacks are separated to preserve lifecycle clarity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Visual analytics track risk distribution, case aging, and exposure by status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22222"/>
                </a:solidFill>
              </a:rPr>
              <a:t>Application Context: Entry and Navigation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index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3342" y="1279842"/>
            <a:ext cx="707135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22222"/>
                </a:solidFill>
              </a:rPr>
              <a:t>Screenshot: Merchant Admin Dashboard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merchant_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92000" y="1279842"/>
            <a:ext cx="6760000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22222"/>
                </a:solidFill>
              </a:rPr>
              <a:t>Screenshot: Early Dispute Detection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early_dispute_detec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9819" y="1279842"/>
            <a:ext cx="7071359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22222"/>
                </a:solidFill>
              </a:rPr>
              <a:t>Workflow Diagram: Agentic Detection Flow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gentic_workflow_diagram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164" y="1188720"/>
            <a:ext cx="9011672" cy="530352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09716" y="1552832"/>
            <a:ext cx="2610465" cy="1143000"/>
          </a:xfrm>
        </p:spPr>
        <p:txBody>
          <a:bodyPr>
            <a:normAutofit fontScale="90000"/>
          </a:bodyPr>
          <a:lstStyle/>
          <a:p>
            <a:r>
              <a:rPr sz="3400" b="1" dirty="0">
                <a:solidFill>
                  <a:srgbClr val="222222"/>
                </a:solidFill>
              </a:rPr>
              <a:t>Workflow Diagram: Agent Loop (LLM + Tools)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318"/>
            <a:ext cx="9144000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4" name="Picture 3" descr="agent_loop_llm_tools_work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68620" y="560584"/>
            <a:ext cx="3571960" cy="6164681"/>
          </a:xfrm>
          <a:prstGeom prst="rect">
            <a:avLst/>
          </a:prstGeom>
          <a:ln w="3175">
            <a:solidFill>
              <a:schemeClr val="tx1"/>
            </a:solidFill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22222"/>
                </a:solidFill>
              </a:rPr>
              <a:t>Workflow Interpretation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Input context is captured from customer-support conversations and evidence artifacts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Signals are matched once per category to reduce duplicate inflation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Weighted scoring determines priority bands for operational action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Risk levels map directly to response urgency and ownership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Outputs support both daily operations and system integration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22222"/>
                </a:solidFill>
              </a:rPr>
              <a:t>Screenshot: Resolution Center (Customer)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5547F6DD-F6A5-CF1D-5C24-66DC69EAD7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96162"/>
            <a:ext cx="9144000" cy="4465675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22222"/>
                </a:solidFill>
              </a:rPr>
              <a:t>Screenshot: Resolution Center (Merchant)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6B2A734-B6E1-AF88-C810-AD22D0EE03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1110657"/>
            <a:ext cx="9144000" cy="4636686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22222"/>
                </a:solidFill>
              </a:rPr>
              <a:t>Outputs and Deliverables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Excel dataset for case operations and audits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Interactive HTML dashboards for daily workflows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JSON output for downstream system integration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Markdown summary for run-level insights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Export-ready reporting for stakeholders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22222"/>
                </a:solidFill>
              </a:rPr>
              <a:t>Admin Intervention Workflow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Request evidence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Escalate to network review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Mark chargeback won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Mark chargeback lost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Track status and rationale for compliance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22222"/>
                </a:solidFill>
              </a:rPr>
              <a:t>Business Value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Lower chargeback losses via earlier detection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Faster response through risk-based prioritization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Clear accountability across customer, merchant, and admin teams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Improved audit readiness and policy consistency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Scalable process for growing dispute volume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400" b="1">
                <a:solidFill>
                  <a:srgbClr val="222222"/>
                </a:solidFill>
              </a:rPr>
              <a:t>Next Steps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>
                <a:solidFill>
                  <a:srgbClr val="222222"/>
                </a:solidFill>
              </a:defRPr>
            </a:pPr>
            <a:r>
              <a:t>Add production reason-code policy mappings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Integrate with case management and ticketing tools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Automate daily run scheduling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Track precision, false positives, and recovery rate</a:t>
            </a:r>
          </a:p>
          <a:p>
            <a:pPr>
              <a:defRPr sz="2000">
                <a:solidFill>
                  <a:srgbClr val="222222"/>
                </a:solidFill>
              </a:defRPr>
            </a:pPr>
            <a:r>
              <a:t>Refine intervention thresholds by merchant segment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2188952" cy="548640"/>
          </a:xfrm>
          <a:prstGeom prst="rect">
            <a:avLst/>
          </a:prstGeom>
          <a:solidFill>
            <a:srgbClr val="2231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</TotalTime>
  <Words>745</Words>
  <Application>Microsoft Office PowerPoint</Application>
  <PresentationFormat>On-screen Show (4:3)</PresentationFormat>
  <Paragraphs>92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Early Dispute Detection and Chargeback Management Tool</vt:lpstr>
      <vt:lpstr>What This Tool Does</vt:lpstr>
      <vt:lpstr>Core System Components</vt:lpstr>
      <vt:lpstr>Dispute vs Chargeback Lifecycle</vt:lpstr>
      <vt:lpstr>Risk and Detection Logic</vt:lpstr>
      <vt:lpstr>Dashboards and User Views</vt:lpstr>
      <vt:lpstr>Application Context: Entry and Navigation</vt:lpstr>
      <vt:lpstr>Screenshot: Merchant Admin Dashboard</vt:lpstr>
      <vt:lpstr>Screenshot: Early Dispute Detection</vt:lpstr>
      <vt:lpstr>Workflow Diagram: Agentic Detection Flow</vt:lpstr>
      <vt:lpstr>Workflow Diagram: Agent Loop (LLM + Tools)</vt:lpstr>
      <vt:lpstr>Workflow Interpretation</vt:lpstr>
      <vt:lpstr>Screenshot: Resolution Center (Customer)</vt:lpstr>
      <vt:lpstr>Screenshot: Resolution Center (Merchant)</vt:lpstr>
      <vt:lpstr>Outputs and Deliverables</vt:lpstr>
      <vt:lpstr>Admin Intervention Workflow</vt:lpstr>
      <vt:lpstr>Business Value</vt:lpstr>
      <vt:lpstr>Next Steps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Sumant Padiyar</cp:lastModifiedBy>
  <cp:revision>5</cp:revision>
  <dcterms:created xsi:type="dcterms:W3CDTF">2013-01-27T09:14:16Z</dcterms:created>
  <dcterms:modified xsi:type="dcterms:W3CDTF">2026-07-01T22:53:45Z</dcterms:modified>
  <cp:category/>
</cp:coreProperties>
</file>