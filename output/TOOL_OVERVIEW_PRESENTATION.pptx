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this as an end-to-end platform for pre-chargeback detection, resolution workflow, and administrative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early detection plus workflow visibility is the core value proposition.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this as a layered operating model so stakeholders understand ownership by function.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slide concise and implementation-focused: what each script does and why it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Clarify the lifecycle boundary and why this separation reduces confusion and delays.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that thresholds are configurable and should be tuned by merchant segment.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each interface supports a distinct operational role with clear handoffs.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view to explain the information architecture: role-based entry points and guided navigation to each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merchant risk drilldown, workflow controls, evidence readiness actions, and issuer outcome simulation.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risk-ranked cases, signal traceability, and triage-ready recommendations for frontline teams.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end-to-end logic: chat input, signal detection, weighted scoring, risk classification, and output generation.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agent loop: LLM planning, tool execution, confidence/policy gating, human escalation, action execution, and closed-loop state persistence.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this as a governance-friendly decision pipeline: transparent, explainable, and actionable.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customer-side live chat execution with evidence prompts, amount context, and agreement-based closure controls.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merchant-side live chat response controls, evidence exchange, and mutual-agreement closure progression.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each output to its consumer: analyst, operator, or system 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auditability and policy-driven intervention consistency.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 business value to measurable KPIs: loss rate, response SLA, and resolution 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phased 30/60/90 day rollout recommendation.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3400">
                <a:solidFill>
                  <a:srgbClr val="222222"/>
                </a:solidFill>
              </a:rPr>
              <a:t>Early Dispute Detection and Chargeback Management Tool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1F6FEB"/>
                </a:solidFill>
              </a:rPr>
              <a:t>Presentation Overview | Generated 2026-07-01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2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222222"/>
                </a:solidFill>
              </a:rPr>
              <a:t>What This Tool Does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Detects dispute signals before formal chargeback filing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Scores case risk to prioritize operational action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Supports customer and merchant AI-assisted live chat negotiation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Separates disputes from official chargebacks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Enables evidence prompts and automatic closure when both parties agree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2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222222"/>
                </a:solidFill>
              </a:rPr>
              <a:t>Core System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Data generation layer: structured chargeback records with reason-code fields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Detection layer: chat and evidence signal extraction with weighted risk scoring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Resolution layer: role-specific customer and merchant workflows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Governance layer: admin intervention, policy checks, and escalation controls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Reporting layer: operational dashboards and integration-ready output files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2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222222"/>
                </a:solidFill>
              </a:rPr>
              <a:t>Function Overview (Scripts)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generate_chargeback_dataset.py: creates normalized sample case data for reporting and QA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early_dispute_detection.py: detects early dispute indicators and computes risk classifications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run_analysis.py: orchestrates full execution and regenerates all downstream deliverables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create_tool_overview_pdf.py: produces stakeholder-ready summary PDF with screenshots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create_tool_presentation.py: builds this presentation with theme, visuals, and speaker notes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2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222222"/>
                </a:solidFill>
              </a:rPr>
              <a:t>Dispute vs Chargeback Lifecycle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2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3035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1F6FEB"/>
                </a:solidFill>
              </a:defRPr>
            </a:pPr>
            <a:r>
              <a:t>Dispute Stage</a:t>
            </a:r>
          </a:p>
          <a:p>
            <a:pPr lvl="1">
              <a:defRPr sz="2000">
                <a:solidFill>
                  <a:srgbClr val="222222"/>
                </a:solidFill>
              </a:defRPr>
            </a:pPr>
            <a:r>
              <a:t>Customer or merchant can initiate</a:t>
            </a:r>
          </a:p>
          <a:p>
            <a:pPr lvl="1">
              <a:defRPr sz="2000">
                <a:solidFill>
                  <a:srgbClr val="222222"/>
                </a:solidFill>
              </a:defRPr>
            </a:pPr>
            <a:r>
              <a:t>Negotiation with notes, evidence, and amount updates</a:t>
            </a:r>
          </a:p>
          <a:p>
            <a:pPr lvl="1">
              <a:defRPr sz="2000">
                <a:solidFill>
                  <a:srgbClr val="222222"/>
                </a:solidFill>
              </a:defRPr>
            </a:pPr>
            <a:r>
              <a:t>Accept or reject outcomes tracked</a:t>
            </a:r>
          </a:p>
          <a:p>
            <a:pPr lvl="1">
              <a:defRPr sz="2000">
                <a:solidFill>
                  <a:srgbClr val="222222"/>
                </a:solidFill>
              </a:defRPr>
            </a:pPr>
            <a:r>
              <a:t>Risk level drives response priority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1371600"/>
            <a:ext cx="53035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1F6FEB"/>
                </a:solidFill>
              </a:defRPr>
            </a:pPr>
            <a:r>
              <a:t>Chargeback Stage</a:t>
            </a:r>
          </a:p>
          <a:p>
            <a:pPr lvl="1">
              <a:defRPr sz="2000">
                <a:solidFill>
                  <a:srgbClr val="222222"/>
                </a:solidFill>
              </a:defRPr>
            </a:pPr>
            <a:r>
              <a:t>Officially filed at issuer/network level</a:t>
            </a:r>
          </a:p>
          <a:p>
            <a:pPr lvl="1">
              <a:defRPr sz="2000">
                <a:solidFill>
                  <a:srgbClr val="222222"/>
                </a:solidFill>
              </a:defRPr>
            </a:pPr>
            <a:r>
              <a:t>Reason code validation and evidence arbitration</a:t>
            </a:r>
          </a:p>
          <a:p>
            <a:pPr lvl="1">
              <a:defRPr sz="2000">
                <a:solidFill>
                  <a:srgbClr val="222222"/>
                </a:solidFill>
              </a:defRPr>
            </a:pPr>
            <a:r>
              <a:t>Admin escalation and resolution outcomes</a:t>
            </a:r>
          </a:p>
          <a:p>
            <a:pPr lvl="1">
              <a:defRPr sz="2000">
                <a:solidFill>
                  <a:srgbClr val="222222"/>
                </a:solidFill>
              </a:defRPr>
            </a:pPr>
            <a:r>
              <a:t>Final result tracked as won or lost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222222"/>
                </a:solidFill>
              </a:rPr>
              <a:t>Risk and Detection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Risk tiers: Critical, High, Medium, Low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Signal weighting from conversation patterns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Examples: unrecognized transaction, refund demand, non-delivery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Reason-code aware triage for faster routing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High-risk alerts support proactive outreach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2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222222"/>
                </a:solidFill>
              </a:rPr>
              <a:t>Dashboards and User 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Customer Resolution Center: active chat, evidence prompts, and settlement response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Merchant Resolution Center: live evidence exchange and representment readiness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Merchant Admin Dashboard: intervention queue, risk segmentation, and policy oversight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Disputes and chargebacks are separated to preserve lifecycle clarity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Visual analytics track risk distribution, case aging, and exposure by status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2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222222"/>
                </a:solidFill>
              </a:rPr>
              <a:t>Application Context: Entry and Navigation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2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d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1188720"/>
            <a:ext cx="7071359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222222"/>
                </a:solidFill>
              </a:rPr>
              <a:t>Screenshot: Merchant Admin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2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erchan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6479" y="1188720"/>
            <a:ext cx="67600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222222"/>
                </a:solidFill>
              </a:rPr>
              <a:t>Screenshot: Early Dispute Detection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2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arly_dispute_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1188720"/>
            <a:ext cx="7071359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222222"/>
                </a:solidFill>
              </a:rPr>
              <a:t>Workflow Diagram: Agentic Detection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2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gentic_workflow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0643" y="1188720"/>
            <a:ext cx="901167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222222"/>
                </a:solidFill>
              </a:rPr>
              <a:t>Workflow Diagram: Agent Loop (LLM + Tools)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2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gent_loop_llm_tools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9988" y="1188720"/>
            <a:ext cx="3072983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222222"/>
                </a:solidFill>
              </a:rPr>
              <a:t>Workflow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Input context is captured from customer-support conversations and evidence artifacts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Signals are matched once per category to reduce duplicate inflation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Weighted scoring determines priority bands for operational action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Risk levels map directly to response urgency and ownership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AI prompt chips guide evidence collection and confirmation in live chat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Cases auto-close when both parties explicitly agree in the chat flow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Outputs support both daily operations and system integration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2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222222"/>
                </a:solidFill>
              </a:rPr>
              <a:t>Screenshot: Resolution Center (Customer)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2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solution_center_custom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2216" y="1188720"/>
            <a:ext cx="4628526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222222"/>
                </a:solidFill>
              </a:rPr>
              <a:t>Screenshot: Resolution Center (Merchant)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2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solution_center_merch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2216" y="1188720"/>
            <a:ext cx="4628526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222222"/>
                </a:solidFill>
              </a:rPr>
              <a:t>Outputs and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Excel dataset for case operations and audits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Interactive HTML dashboards for daily workflows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JSON output for downstream system integration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Markdown summary for run-level insights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Export-ready reporting for stakeholders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2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222222"/>
                </a:solidFill>
              </a:rPr>
              <a:t>Admin Intervention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Request evidence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Escalate to network review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Mark chargeback won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Mark chargeback lost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Track status and rationale for compliance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2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222222"/>
                </a:solidFill>
              </a:rPr>
              <a:t>Business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Lower chargeback losses via earlier detection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Faster response through risk-based prioritization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Clear accountability across customer, merchant, and admin teams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Improved audit readiness and policy consistency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Scalable process for growing dispute volume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2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222222"/>
                </a:solidFill>
              </a:rP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Add production reason-code policy mappings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Integrate with case management and ticketing tools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Automate daily run scheduling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Track precision, false positives, and recovery rate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Refine intervention thresholds by merchant segment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2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