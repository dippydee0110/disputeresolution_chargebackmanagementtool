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this as an end-to-end platform for pre-chargeback detection, resolution workflow, and administrative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early detection plus workflow visibility is the core value proposition.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as a layered operating model so stakeholders understand ownership by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concise and implementation-focused: what each script does and why it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the lifecycle boundary and why this separation reduces confusion and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that thresholds are configurable and should be tuned by merchant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each interface supports a distinct operational role with clear handoffs.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view to explain the information architecture: role-based entry points and guided navigation to each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merchant risk drilldown, workflow controls, evidence readiness actions, and issuer outcome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risk-ranked cases, signal traceability, and triage-ready recommendations for frontline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end-to-end logic: chat input, signal detection, weighted scoring, risk classification, and output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agent loop: LLM planning, tool execution, confidence/policy gating, human escalation, action execution, and closed-loop state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a governance-friendly decision pipeline: transparent, explainable, and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customer-side execution: case notes, evidence capture, amount context, and response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merchant-side response controls, evidence readiness, and settlement progression.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each output to its consumer: analyst, operator, or system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auditability and policy-driven intervention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business value to measurable KPIs: loss rate, response SLA, and resolution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phased 30/60/90 day rollout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Early Dispute Detection and Chargeback Management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1F6FEB"/>
                </a:solidFill>
              </a:rPr>
              <a:t>Presentation Overview | Generated 2026-07-01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What This Tool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Detects dispute signals before formal chargeback filing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Scores case risk to prioritize operational action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Supports customer and merchant negotiation workflows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Separates disputes from official chargebacks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Enables admin intervention for resolution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Core 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Data generation layer: structured chargeback records with reason-code fields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Detection layer: chat and evidence signal extraction with weighted risk scoring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Resolution layer: role-specific customer and merchant workflows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Governance layer: admin intervention, policy checks, and escalation controls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Reporting layer: operational dashboards and integration-ready output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Function Overview (Scripts)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generate_chargeback_dataset.py: creates normalized sample case data for reporting and QA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early_dispute_detection.py: detects early dispute indicators and computes risk classifications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run_analysis.py: orchestrates full execution and regenerates all downstream deliverables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create_tool_overview_pdf.py: produces stakeholder-ready summary PDF with screenshots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create_tool_presentation.py: builds this presentation with theme, visuals, and speaker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Dispute vs Chargeback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6FEB"/>
                </a:solidFill>
              </a:defRPr>
            </a:pPr>
            <a:r>
              <a:t>Dispute Stage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Customer or merchant can initiate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Negotiation with notes, evidence, and amount updates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Accept or reject outcomes tracked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Risk level drives response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37160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1F6FEB"/>
                </a:solidFill>
              </a:defRPr>
            </a:pPr>
            <a:r>
              <a:t>Chargeback Stage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Officially filed at issuer/network level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Reason code validation and evidence arbitration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Admin escalation and resolution outcomes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Final result tracked as won or lost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Risk and 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Risk tiers: Critical, High, Medium, Low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Signal weighting from conversation patterns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Examples: unrecognized transaction, refund demand, non-delivery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Reason-code aware triage for faster routing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High-risk alerts support proactive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Dashboards and User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Customer Resolution Center: intake, notes, evidence, and settlement response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Merchant Resolution Center: representment preparation and response management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Merchant Admin Dashboard: intervention queue, risk segmentation, and policy oversight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Disputes and chargebacks are separated to preserve lifecycle clarity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Visual analytics track risk distribution, case aging, and exposure by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Application Context: Entry and Navigation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188720"/>
            <a:ext cx="707135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Screenshot: Merchant Admin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ercha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479" y="1188720"/>
            <a:ext cx="676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Screenshot: Early Dispute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arly_dispute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188720"/>
            <a:ext cx="707135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Workflow Diagram: Agentic Detection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entic_work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643" y="1188720"/>
            <a:ext cx="901167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Workflow Diagram: Agent Loop (LLM + Tools)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ent_loop_llm_tools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9988" y="1188720"/>
            <a:ext cx="307298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Workflow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Input context is captured from customer-support conversations and evidence artifacts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Signals are matched once per category to reduce duplicate inflation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Weighted scoring determines priority bands for operational action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Risk levels map directly to response urgency and ownership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Outputs support both daily operations and system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Screenshot: Resolution Center (Customer)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olution_center_custo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188720"/>
            <a:ext cx="707135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Screenshot: Resolution Center (Merchant)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solution_center_merch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188720"/>
            <a:ext cx="707135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Outputs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Excel dataset for case operations and audits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Interactive HTML dashboards for daily workflows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JSON output for downstream system integration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Markdown summary for run-level insights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Export-ready reporting for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Admin Intervention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Request evidence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Escalate to network review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Mark chargeback won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Mark chargeback lost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Track status and rationale for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Lower chargeback losses via earlier detection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Faster response through risk-based prioritization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Clear accountability across customer, merchant, and admin teams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Improved audit readiness and policy consistency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Scalable process for growing dispute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400">
                <a:solidFill>
                  <a:srgbClr val="222222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Add production reason-code policy mappings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Integrate with case management and ticketing tools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Automate daily run scheduling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Track precision, false positives, and recovery rate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Refine intervention thresholds by merchant segment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